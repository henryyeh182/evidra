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36"/>
    <p:sldId id="262" r:id="rId7"/>
    <p:sldId id="263" r:id="rId8"/>
    <p:sldId id="264" r:id="rId9"/>
    <p:sldId id="265" r:id="rId37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3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6.xml"/><Relationship Id="rId37" Type="http://schemas.openxmlformats.org/officeDocument/2006/relationships/slide" Target="slides/slide10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這是隱私界線,不是效能設計。計畫與決策紀錄由呼叫端持有:Phase 1 存在 AI host 的記憶,Phase 2 存在使用者自己的資料庫 —— 兩種情況 hosted 都不留。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每個輸出都帶 confidence、evidence、signalCoverage、limits。缺的訊號列進 missing 並下調信心,不補造數值 —— 沒有 RPE 就是沒有,不是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 的界線:不直接連資料供應商、不持有來源 OAuth refresh token、不把 raw Evidence 寫入 database、file、object storage、queue 或 analytics。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 實際分八層:Exercise、Workout、Program、User、Health、Training Load、Nutrition、Knowledge。我們這端的學習發生在引擎規則與知識圖譜(跨使用者的通則),不在個人資料。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目前實作 3 家 parser(Apple Health／Garmin／Strava,Strava 含 API 與 bulk export 兩種方言),schema registry 涵蓋 6 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六個都通過 GPT-6 Test:每一個都需要這個人的證據、需要縱向計算,或提供確定性保證。search_exercise、compare_exercise 這類純知識查詢已經拿掉。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2 是核心宗旨要的那個版本,不是高隱私情境的選配。持久化只能存在於 Phase 2 —— raw payload、HRV／睡眠、每日狀態那些表在 hosted 一張都不能建。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歷程由呼叫端隨呼叫傳入 —— hosted 不保存歷程,所以這一題的完整度取決於呼叫端手上有多少。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語音是最好的壓力測試:證據要夠小、計算要夠快 —— 實測單次決策 0.443 ms、零次外部 API 呼叫。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已完成的三項附實測數字;未完成的不給沒有出處的門檻數字 —— 原本的「替代動作合理率 ≥ 85%」、「Tool 選對率 ≥ 90%」都沒有出處,已移除。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對外只能說「只處理呼叫端送進來的最小化健康證據,不留存、不販售、不訓練、不作無關用途」;不能說「完全不碰健康資料」—— 接收並計算 Evidence 本身就是 transient processing。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決策型別:keep、adjust、substitute、defer、advance —— keep 也是決策。推論:計畫是決策的基底,沒有計畫只能推薦。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這條判準是每個 tool 的准入門檻,也是為什麼知識圖譜是內部證據來源而不是對外產品。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FB6A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Evidra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Decision Engine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讓任何 AI 都能做出可重現的訓練決策 —— 而不必看見你完整的原始健康資料。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 · 核心功能 · 應用情境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先講清楚我們在蓋什麼,再講它能做什麼,最後用真實情境驗收。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我們蓋的不是 App,是一個確定性的訓練決策引擎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 tool,以及背後那個不呼叫模型的決策引擎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六個使用者真的會問的問題,以及每一題打到哪幾層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身體是連續的,資料卻是被切開的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我們要蓋的,是中間那一層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使用者要教練能力,不要交出原始資料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 當大腦與對話介面,Fitness MCP 當背後的運動科學計算與安全判斷引擎。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使用者要的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的教練能力:今天能不能練、該練哪裡、為什麼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使用者不要的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和我們的 hosted MCP 看見完整的原始健康資料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收最小化證據、算完不留 —— 這是產品的前提,不是附加的隱私功能。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關鍵設計:我們什麼都不留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最小化 Evidence 進來,算出決策就丟掉 —— hosted 這端不寫任何一張表。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呼叫端送進來的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HRV 42ms · 睡眠 5h20m · 昨日 TSS 148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我們算完回傳的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Intervals → Zone 2 · ACWR 1.52 · 急性負荷偏快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輸出具體長這樣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決策、動作、理由,外加信心與訊號覆蓋 —— host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FitnessState: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recovery: 62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fatigue: 48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readiness: 55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acwr: 1.52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confidence: 0.71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missing: ["rpe"]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adjust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from: VO₂max Intervals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to:   Zone 2 · 45 min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ACWR 1.52 &gt; 1.40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Sleep debt · HRV -12%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四層架構:原始資料停在界線之外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每一層只做一件事;最下面那一層,hosted MCP 不直接連。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 · Claude · Gemini · Cursor · Web · Mobile App · Apple Watch · Voice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Fitness MCP —— 六個 tool,確定性計算,無狀態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Semantic Engine · Training Load · Decision Engine · Planning · Knowledge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來源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 · Garmin · Strava —— 由 host 或使用者的 gateway 解析,不經過我們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我們給的是決策,不是建議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建議可以憑空發出;決策必須知道「今天原本要做什麼」,並寫成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「建議今天跑 Zone 2」 —— 憑空發出,GPT-6 也做得到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「今天的 VO₂max Intervals → 45 分鐘 Zone 2」 —— 對既有計畫的變更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Reason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決策引擎不是一個模型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先把各家證據對齊,再用確定性規則算出決策,最後才交給 host 的模型講人話。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ACWR &gt; 1.40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Sleep debt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Intervals → Zone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各家證據對齊成一份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確定性計算與安全底線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我們的程式不呼叫模型來產生決策 —— 同樣的證據送兩次,必須得到同一個決策。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Engine 是整個產品最大的價值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B1F2B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知識圖譜是內部支撐,不是對外產品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889 節點 / 5,785 邊,只在引擎內部被查詢;對外開放的是決策,不是圖。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Acute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Chronic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TSB</a:t>
            </a:r>
            <a:r>
              <a:rPr lang="zh-TW" alt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  </a:t>
            </a:r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</a:rPr>
              <a:t>Training Stress Balance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/>
        </p:spPr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各家指標對齊,廠商算好的分數直接收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統一單位與時間軸,廠商算好的分數不重算;每筆讀數還帶著是哪台裝置寫的。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canonical 命名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複合分數不重算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0131A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跑在你的環境,不在我們的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與同步在 Phase 2 的使用者環境執行,hosted 不持有 refresh token。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TrainingPeaks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新增一家資料源不用動上層;而在 Phase 1,這一層根本不在我們這邊。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對外開放的六個 tool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這就是產品的能力清單 —— 任何支援 MCP 的客戶端都能直接呼叫。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assess_fitness_state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從證據算出當前狀態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590288" y="32644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decide_session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028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今天的課表要不要改,改成什麼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93608" y="326440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decide_exercise_substitution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9360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換一個等效的動作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generate_plan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8696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產生多週期計畫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8912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590288" y="481888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preview_adjust_plan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9028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先看調整後的計畫長什麼樣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293608" y="4818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commit_adjust_plan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9360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兩階段提交,寫回計畫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工具准入判準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「GPT-6 已經知道所有運動知識,這個 Tool 還有價值嗎?」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殺不死的三樣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—— 它沒有這個人的資料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 —— 它沒有執行縱向運算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 —— 確定性過濾器不會被說服繞過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判準怎麼用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 → 砍掉或降為內部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 殺死的是知識查詢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兩種部署,一條界線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 domain package,差別只在 Evidence 在哪裡被處理。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Hosted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短暫處理最小化 Evidence,永遠無狀態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的界線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不直連供應商、不持有 refresh token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使用者環境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與計算都在你的機器上跑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是主線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只有它能做到 Claude 也看不見原始資料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計算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assess_fitness_state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六題的共通點:先有證據,才談決策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每一題都要求先答得出「你現在怎麼樣」,而那份答案每次都由證據重算。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價值不在內容,在那個可重現的判斷。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現況與待做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現況與待做,一張表講完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已完成的附查證數字;待做的不寫沒有出處的驗收門檻。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資料標準化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Health／Garmin／Google／Strava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4 家 parser,registry 6 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確定性計算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ACWR／ATL／CTL／TSB 與分肌群疲勞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300 tests、20 golden cases 全綠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六個對外 tool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assess／decide／plan 三類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單次決策 0.443 ms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stdio 與 Streamable HTTP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  兩種都通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OAuth Resource Server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簽章驗證、issuer、audience、scope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驗證器未填,沒有 AS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遠端部署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 /mcp —— 手機場景的前提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桌機上架不需要它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local engine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connectors 與計算搬進使用者環境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一行程式都沒有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計畫的持久層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與 planned workout 的表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列在 Future Migrations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協定升級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2025-06-18 → 2026-07-28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  走 dual-era,不直接切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Plaid 之於金融,Stripe 之於支付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我們要的是運動領域的同一個位置:資料整合 + AI 規劃 + MCP 的基礎層。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上層可以換成 AR 眼鏡,底層可以換掉任何一家裝置商 —— 中間這一層不用動。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是那個可重現的判斷,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不是被保存下來的資料。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Evidra — Fitness Decision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下一步:送出 desktop extension 上架審查;遠端與 Phase 2 接在後面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